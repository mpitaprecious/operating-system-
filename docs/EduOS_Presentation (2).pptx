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9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9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8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6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7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0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5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8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6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0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9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5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264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15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353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85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16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14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310" y="400867"/>
            <a:ext cx="7226490" cy="1091821"/>
          </a:xfrm>
        </p:spPr>
        <p:txBody>
          <a:bodyPr>
            <a:noAutofit/>
          </a:bodyPr>
          <a:lstStyle/>
          <a:p>
            <a:r>
              <a:rPr lang="sv-S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EduOS Hybrid Operating System Simulator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354" y="3562066"/>
            <a:ext cx="7499446" cy="2047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              : Operating system assignment 1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code    :  351 CS 2104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:  Precious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085" y="624110"/>
            <a:ext cx="6910316" cy="877144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4084" y="2183642"/>
            <a:ext cx="6910316" cy="3727580"/>
          </a:xfrm>
        </p:spPr>
        <p:txBody>
          <a:bodyPr>
            <a:normAutofit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EduOS is a hybrid operating system simulator developed using Python and C.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scheduling, threading, synchronization, IPC, race conditions, deadlock handling, and process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was used for scheduling algorithms, visualization, and reporting, while C was used for low-level system simulations.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731" y="624110"/>
            <a:ext cx="6896669" cy="959030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31" y="2133600"/>
            <a:ext cx="6896669" cy="3777622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PCB structure stores PID, priority, burst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arrival time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state.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POSIX threads were used for concurrency.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Shared memory was selected for fast IPC.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Mutex locks prevent race conditions.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Python visualization simplified scheduling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379" y="624110"/>
            <a:ext cx="6883021" cy="890791"/>
          </a:xfrm>
        </p:spPr>
        <p:txBody>
          <a:bodyPr>
            <a:normAutofit/>
          </a:bodyPr>
          <a:lstStyle/>
          <a:p>
            <a:pPr algn="ctr"/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Mapping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4BAF57-1914-48CA-9EA4-AB5F13238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403947"/>
              </p:ext>
            </p:extLst>
          </p:nvPr>
        </p:nvGraphicFramePr>
        <p:xfrm>
          <a:off x="1542197" y="2079009"/>
          <a:ext cx="6992582" cy="371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6291">
                  <a:extLst>
                    <a:ext uri="{9D8B030D-6E8A-4147-A177-3AD203B41FA5}">
                      <a16:colId xmlns:a16="http://schemas.microsoft.com/office/drawing/2014/main" val="3573814091"/>
                    </a:ext>
                  </a:extLst>
                </a:gridCol>
                <a:gridCol w="3496291">
                  <a:extLst>
                    <a:ext uri="{9D8B030D-6E8A-4147-A177-3AD203B41FA5}">
                      <a16:colId xmlns:a16="http://schemas.microsoft.com/office/drawing/2014/main" val="403012848"/>
                    </a:ext>
                  </a:extLst>
                </a:gridCol>
              </a:tblGrid>
              <a:tr h="50346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Folders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87834"/>
                  </a:ext>
                </a:extLst>
              </a:tr>
              <a:tr h="50346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Python_scheduler.py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566711"/>
                  </a:ext>
                </a:extLst>
              </a:tr>
              <a:tr h="50346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156332"/>
                  </a:ext>
                </a:extLst>
              </a:tr>
              <a:tr h="50346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thread_manager.c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782327"/>
                  </a:ext>
                </a:extLst>
              </a:tr>
              <a:tr h="50346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ipc_module.c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679551"/>
                  </a:ext>
                </a:extLst>
              </a:tr>
              <a:tr h="56250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fixed_demo.c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637212"/>
                  </a:ext>
                </a:extLst>
              </a:tr>
              <a:tr h="56250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Deadlock_demo.c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480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931735"/>
          </a:xfrm>
        </p:spPr>
        <p:txBody>
          <a:bodyPr>
            <a:normAutofit/>
          </a:bodyPr>
          <a:lstStyle/>
          <a:p>
            <a:pPr algn="ctr"/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FCFS, SJF, Priority, and Round Robin were implemented.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 produced the lowest waiting time because shorter jobs execute first.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Robin improved fairness for multitasking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59F2-B96E-4F9D-B1CC-6819F5C71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24" y="624110"/>
            <a:ext cx="7101376" cy="93173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E6AD0-73DC-448D-8F46-949AEC94D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303" y="1967446"/>
            <a:ext cx="2874596" cy="576262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1DDB31-1DC5-4009-BAF9-6CA10E9E5D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4362" y="2975212"/>
            <a:ext cx="3834808" cy="325867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FFDA1-673A-4316-97CD-ECCC003D6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8733" y="1967446"/>
            <a:ext cx="2873239" cy="576262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chart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801E0D-CC98-4869-B436-6E127EECB7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94832" y="2975212"/>
            <a:ext cx="4244454" cy="3466531"/>
          </a:xfr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1CCCB7-7F83-4073-A090-BEAD4C804487}"/>
              </a:ext>
            </a:extLst>
          </p:cNvPr>
          <p:cNvCxnSpPr>
            <a:cxnSpLocks/>
          </p:cNvCxnSpPr>
          <p:nvPr/>
        </p:nvCxnSpPr>
        <p:spPr>
          <a:xfrm>
            <a:off x="4572000" y="1651379"/>
            <a:ext cx="0" cy="5206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26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D90F-929A-4EBF-AC9E-802CCE25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733" y="624110"/>
            <a:ext cx="6896667" cy="95603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B4BC0-9952-46C9-B2FB-0756DF9A0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001" y="2239087"/>
            <a:ext cx="2874596" cy="576262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race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1CFD19-2C52-4745-A9DB-2662EE4FB3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0588" y="3124514"/>
            <a:ext cx="4353423" cy="357581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CFDAF-6B50-4FF6-AB2B-401D9624C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6154" y="2239087"/>
            <a:ext cx="2873239" cy="576262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 race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145B99-78EE-4BC6-ABE2-FB662B438A8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926841" y="3124513"/>
            <a:ext cx="4026089" cy="3494651"/>
          </a:xfr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659C87-A333-4735-A922-2C5BCAA73AE4}"/>
              </a:ext>
            </a:extLst>
          </p:cNvPr>
          <p:cNvCxnSpPr>
            <a:cxnSpLocks/>
          </p:cNvCxnSpPr>
          <p:nvPr/>
        </p:nvCxnSpPr>
        <p:spPr>
          <a:xfrm flipV="1">
            <a:off x="4860375" y="1580147"/>
            <a:ext cx="0" cy="5277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77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37B1-B097-4FE3-A06E-D2C90BCB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9" y="624110"/>
            <a:ext cx="6691952" cy="8362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4097-1C1A-4C39-AA5A-829AAF26C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9" y="2133600"/>
            <a:ext cx="6691952" cy="377762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 machine is a software based computer system managed by a hypervisor.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EduOS demonstrates related concepts such as process isolation , multitasking, and resource sharing using PCB management and scheduling algorithms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8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945383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Threading 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 occurred when multiple threads updated shared data simultaneously.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mutex lock fixed the issue and ensured correct synchronization  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critical sections.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36200"/>
          </a:xfrm>
        </p:spPr>
        <p:txBody>
          <a:bodyPr>
            <a:normAutofit/>
          </a:bodyPr>
          <a:lstStyle/>
          <a:p>
            <a:pPr algn="ctr"/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vs Python: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00290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simplified scheduling logic and visualization using high-level structures.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provided low-level control and better understanding of memory, threading, and IPC.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both languages demonstrated hybrid system integration using controller.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concurrency concepts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between python and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085" y="624110"/>
            <a:ext cx="6910316" cy="890791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4085" y="2192740"/>
            <a:ext cx="6910315" cy="4235356"/>
          </a:xfrm>
        </p:spPr>
        <p:txBody>
          <a:bodyPr>
            <a:normAutofit fontScale="92500"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CSV parsing bugs were fixed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DictReader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GCC setup issues were solved through MinGW path configuration.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Shared memory compatibility problems were solved using Windows APIs.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Thread synchronization bugs were solved using mutex locks.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errors were solved using proper indentation or command(ctrl + Alt + L).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or missing path directory solved by installing required package and imports (matplotlib , tabulate)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90791"/>
          </a:xfrm>
        </p:spPr>
        <p:txBody>
          <a:bodyPr>
            <a:normAutofit/>
          </a:bodyPr>
          <a:lstStyle/>
          <a:p>
            <a:pPr algn="ctr"/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323" y="2133600"/>
            <a:ext cx="6842078" cy="4100290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contains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scheduling modules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core simulation files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IPC demos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includes: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charts, screenshots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README 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source code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was used for version control with meaningful commits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each step throughout the project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88D1-D8C4-4E9D-A08E-CDCCDB0E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537" y="624110"/>
            <a:ext cx="7424382" cy="9590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Commits (git log –oneline)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97FC38-D72F-4A4E-9318-6A17CCD30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537" y="2361064"/>
            <a:ext cx="7424382" cy="4067032"/>
          </a:xfrm>
        </p:spPr>
      </p:pic>
    </p:spTree>
    <p:extLst>
      <p:ext uri="{BB962C8B-B14F-4D97-AF65-F5344CB8AC3E}">
        <p14:creationId xmlns:p14="http://schemas.microsoft.com/office/powerpoint/2010/main" val="1213030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77144"/>
          </a:xfrm>
        </p:spPr>
        <p:txBody>
          <a:bodyPr>
            <a:normAutofit/>
          </a:bodyPr>
          <a:lstStyle/>
          <a:p>
            <a:pPr algn="ctr"/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EduOS successfully demonstrates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scheduling, synchronization, IPC, threading, deadlock handling, and process management using both Python and 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129</TotalTime>
  <Words>502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Wisp</vt:lpstr>
      <vt:lpstr>EduOS Hybrid Operating System Simulator</vt:lpstr>
      <vt:lpstr>Abstract</vt:lpstr>
      <vt:lpstr>Design Decisions</vt:lpstr>
      <vt:lpstr>Syllabus Mapping Table</vt:lpstr>
      <vt:lpstr>Scheduling Results &amp; Analysis</vt:lpstr>
      <vt:lpstr>Analysis Graphs</vt:lpstr>
      <vt:lpstr>Race condition </vt:lpstr>
      <vt:lpstr>Virtual machine</vt:lpstr>
      <vt:lpstr>Threading Issues Encountered</vt:lpstr>
      <vt:lpstr>C vs Python: Lessons Learned</vt:lpstr>
      <vt:lpstr>Challenges &amp; Solutions</vt:lpstr>
      <vt:lpstr>GitHub Summary</vt:lpstr>
      <vt:lpstr>Commits (git log –oneline)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EduOS Hybrid Operating System Simulator</dc:title>
  <dc:subject/>
  <dc:creator/>
  <cp:keywords/>
  <dc:description>generated using python-pptx</dc:description>
  <cp:lastModifiedBy>precious mpita</cp:lastModifiedBy>
  <cp:revision>17</cp:revision>
  <dcterms:created xsi:type="dcterms:W3CDTF">2013-01-27T09:14:16Z</dcterms:created>
  <dcterms:modified xsi:type="dcterms:W3CDTF">2026-05-27T21:58:34Z</dcterms:modified>
  <cp:category/>
</cp:coreProperties>
</file>